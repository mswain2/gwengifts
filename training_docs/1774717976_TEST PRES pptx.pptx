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80283" y="17237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88"/>
              <a:t>TEST PRES</a:t>
            </a:r>
            <a:endParaRPr b="1" sz="8888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888"/>
              <a:t>pptx</a:t>
            </a:r>
            <a:endParaRPr b="1" sz="8888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